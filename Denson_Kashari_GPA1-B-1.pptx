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404C-9171-ED62-3AE5-9972E9FAE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6D557-7598-2B40-9C86-302E7E422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7A370-5AE4-E60F-543B-1B597A74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CD898-3EE7-46CA-41E7-ED6837F0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3D1F4-628B-8D90-50A7-E095151B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1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0603-CB46-EBE1-7D3F-053EA16B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B929-B8B8-93E6-438E-E0676698B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31E73-0F52-CD83-4E32-66B22E60B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D8B30-015E-004D-7F07-06BE46F2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38502-A39E-EB80-15B1-EFE989EE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05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F0E09-00C0-CB45-AC72-3496CD136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0F3F9-5A58-4F58-C3CA-15EB7B95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04E1B-573A-E321-CD0C-01569A4E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6260F-059D-53D9-E05B-76B1BE10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E0DBA-6DBB-AB0C-EDE8-37C59BDE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2A39-3511-B3EF-EB31-588BD268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A801A-8754-F6F9-882C-FE2BD92AF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BF5B8-4691-A914-FDC0-BDF247DCA9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520E5-D13C-7888-09B1-630DFEF4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17C56-E240-5C77-2F67-E42A56BC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86BCC-16FC-549B-D684-39A9A46C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8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7587-E3DA-E025-43B6-AC9CD1CA7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83AA3-E207-922D-68B1-5E19768A8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B3C87-A820-77A1-11EB-0DC6BFE8E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03FF1-1B48-1848-EC5D-B68DF77D4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B042D-CE06-6C86-D8DB-2E290D015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2523B-E19C-CFED-DA89-A920A6E48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9EEFC-5BCF-75AC-EF19-CB25840B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4C67E4-AE84-622C-6FFC-5D5367A6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05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9AF85-8FA2-A866-0411-5E098E5B1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4CF91-0948-9E41-1416-FF6E4EA3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6BEDC-0A48-2D0E-EF1B-FF453604C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F5545-BD57-AA24-60F7-0D52E638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998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DA2D6B-0255-2086-7A1E-A49CDDF7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13084-2D5E-A831-8625-DA3287AF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FE7C0-B670-4B3B-6A36-9E88F162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2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B818-0987-67B1-6174-0F492836F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7AC4D-C329-B885-59A3-8076AA746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A5877-0B22-BF7F-7FE1-010E86EB2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072D2-84F7-83D2-DFBC-C5524DEC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13E23-DC4E-077C-DFF1-14FC44A9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9B2AA-E028-A78C-3BB4-10EAB32E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275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576D0-4F99-2C10-BFAC-2F8CB6FF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BE9C7E-4199-6334-DB04-5B191D667B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C48D3-943B-D65C-4BE7-CACBA2472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7518C-1602-7573-F3B6-EE5A7418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1C581-EF07-C897-B237-A82E65A1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ED2E1-F1A5-58C5-4D85-BE40532E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51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61848-0B3E-891F-F36E-5D156392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89F36-0E10-BAB7-F5AD-0FFB2A3C4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007E6-27DF-DD81-40FC-046CF2C1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8D41-BA02-BB80-04A9-CECF950E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5F278-5F13-E1B9-6016-2D6CCDEB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6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E26C2-8CE6-8AA8-16BE-2997A0020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8A37C-F92F-5D09-F9D3-CDCDA53F6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92517-BCB8-4B61-5B48-A46FFC18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AC834-AC45-699D-4BBA-44455AC4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05379-D606-2B75-A357-8F0F0985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08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5FAB4-E15E-187C-5106-C91BF651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33860-4193-028E-DD3C-E52A74A36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7CC36-089B-32DC-AFA0-76CEC8FAB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FA61AA-EDE8-4B43-B66E-79994B8F138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73704-9780-4E9A-B8D8-3E45E5679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AF12C-58CE-8FBC-3B0B-0C44854CA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EEF21-4C3B-4B61-8EC8-AE1B7AA4C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5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4706-C76A-1852-76E3-B923D089AA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GPA1-B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255CF5-9FB6-0488-DB67-F16A43B502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Kashari Denson</a:t>
            </a:r>
          </a:p>
          <a:p>
            <a:r>
              <a:rPr lang="en-US" dirty="0"/>
              <a:t>05/13/2026 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8988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C44A29-C83A-7D78-9E99-F6AF74732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080"/>
            <a:ext cx="12049760" cy="36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2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F5AF0-DC33-98F7-EE8B-7FB3BFACA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560"/>
            <a:ext cx="12192000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62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E64941-17EC-8C3E-AFE1-B77D76D31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60" y="111760"/>
            <a:ext cx="11086510" cy="642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37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GPA1-B 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Denson, Kashari T.</dc:creator>
  <cp:lastModifiedBy>Denson, Kashari T.</cp:lastModifiedBy>
  <cp:revision>3</cp:revision>
  <dcterms:created xsi:type="dcterms:W3CDTF">2026-05-14T00:38:25Z</dcterms:created>
  <dcterms:modified xsi:type="dcterms:W3CDTF">2026-05-15T21:25:31Z</dcterms:modified>
</cp:coreProperties>
</file>